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Client Quarterly Business Review (QBR)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HostBooks Partner Success Portal - Client QBR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Quarterly Business Review (QBR)</a:t>
            </a:r>
          </a:p>
          <a:p>
            <a:pPr/>
            <a:r>
              <a:t>Date: Q3 / Q4 Evaluation</a:t>
            </a:r>
          </a:p>
          <a:p>
            <a:pPr/>
            <a:r>
              <a:t>Presented by: [Partner Name]</a:t>
            </a:r>
          </a:p>
          <a:p>
            <a:pPr/>
            <a:r>
              <a:t>Product: HostBooks Enterprise ERP &amp; Compliance Suite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 &amp; Success Stories</a:t>
            </a:r>
          </a:p>
          <a:p>
            <a:pPr/>
            <a:r>
              <a:t>Financial Performance &amp; GST Compliance Metrics</a:t>
            </a:r>
          </a:p>
          <a:p>
            <a:pPr/>
            <a:r>
              <a:t>Operational Efficiency: SCM, Warehouse &amp; Recipe Controls</a:t>
            </a:r>
          </a:p>
          <a:p>
            <a:pPr/>
            <a:r>
              <a:t>Account Expansion &amp; Future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Closing Cycle reduced by 60%</a:t>
            </a:r>
          </a:p>
          <a:p>
            <a:pPr/>
            <a:r>
              <a:t>GSTR Reconciliation automation accuracy at 99.8%</a:t>
            </a:r>
          </a:p>
          <a:p>
            <a:pPr/>
            <a:r>
              <a:t>Food Recipe Control wastage reduced by 35%</a:t>
            </a:r>
          </a:p>
          <a:p>
            <a:pPr/>
            <a:r>
              <a:t>Stock Replenishment efficiency boosted by 40%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Upcoming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2: FnB POS Integration across all Franchise outlets</a:t>
            </a:r>
          </a:p>
          <a:p>
            <a:pPr/>
            <a:r>
              <a:t>Phase 3: Project-based Cost Center tracking inside PMS360</a:t>
            </a:r>
          </a:p>
          <a:p>
            <a:pPr/>
            <a:r>
              <a:t>CRM Lead generation integrations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Discussion &amp;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Q&amp;A session</a:t>
            </a:r>
          </a:p>
          <a:p>
            <a:pPr/>
            <a:r>
              <a:t>Next review date scheduled</a:t>
            </a:r>
          </a:p>
          <a:p>
            <a:pPr/>
            <a:r>
              <a:t>Support &amp; escalations matrix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